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Programa EduNova Impulso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Bolsas e Programa de Afiliados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EduNova Impulso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Programa de bolsas e descontos da EduNova para ampliar o acesso aos cursos.</a:t>
            </a:r>
          </a:p>
          <a:p>
            <a:pPr>
              <a:defRPr sz="2000"/>
            </a:pPr>
            <a:r>
              <a:t>Duas modalidades: bolsa socioeconômica e desconto por indicação (afiliados).</a:t>
            </a:r>
          </a:p>
          <a:p>
            <a:pPr>
              <a:defRPr sz="2000"/>
            </a:pPr>
            <a:r>
              <a:t>As duas modalidades podem ser combinadas, respeitando o desconto máximo de 70%.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Bolsa socioeconômica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Desconto de 50% para estudantes com renda familiar de até 2 salários mínimos.</a:t>
            </a:r>
          </a:p>
          <a:p>
            <a:pPr>
              <a:defRPr sz="2000"/>
            </a:pPr>
            <a:r>
              <a:t>Desconto de 25% para estudantes com renda familiar entre 2 e 4 salários mínimos.</a:t>
            </a:r>
          </a:p>
          <a:p>
            <a:pPr>
              <a:defRPr sz="2000"/>
            </a:pPr>
            <a:r>
              <a:t>Solicitação feita pelo formulário "Bolsa Impulso", com envio de comprovante de renda.</a:t>
            </a:r>
          </a:p>
          <a:p>
            <a:pPr>
              <a:defRPr sz="2000"/>
            </a:pPr>
            <a:r>
              <a:t>Análise realizada pela Equipe de Sucesso do Aluno em até 5 dias úteis.</a:t>
            </a:r>
          </a:p>
          <a:p>
            <a:pPr>
              <a:defRPr sz="2000"/>
            </a:pPr>
            <a:r>
              <a:t>Bolsa válida por matrícula, sendo necessário novo pedido a cada novo curso.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 de afiliados (indicação)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Todo estudante ativo recebe um código de indicação pessoal na área do aluno.</a:t>
            </a:r>
          </a:p>
          <a:p>
            <a:pPr>
              <a:defRPr sz="2000"/>
            </a:pPr>
            <a:r>
              <a:t>Cada indicação que resultar em matrícula gera 10% de desconto para o indicado.</a:t>
            </a:r>
          </a:p>
          <a:p>
            <a:pPr>
              <a:defRPr sz="2000"/>
            </a:pPr>
            <a:r>
              <a:t>O indicador recebe 10% de crédito para uso em futuras matrículas, por indicação válida.</a:t>
            </a:r>
          </a:p>
          <a:p>
            <a:pPr>
              <a:defRPr sz="2000"/>
            </a:pPr>
            <a:r>
              <a:t>Limite de até 3 indicações acumuláveis por matrícula do indicado (até 30% de desconto).</a:t>
            </a:r>
          </a:p>
          <a:p>
            <a:pPr>
              <a:defRPr sz="2000"/>
            </a:pPr>
            <a:r>
              <a:t>Créditos de indicação expiram em 12 meses se não forem utilizados.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solicitar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Bolsa socioeconômica: formulário "Bolsa Impulso" na área do aluno, antes da matrícula.</a:t>
            </a:r>
          </a:p>
          <a:p>
            <a:pPr>
              <a:defRPr sz="2000"/>
            </a:pPr>
            <a:r>
              <a:t>Código de afiliado: gerado automaticamente na área do aluno, em "Meu código de indicação".</a:t>
            </a:r>
          </a:p>
          <a:p>
            <a:pPr>
              <a:defRPr sz="2000"/>
            </a:pPr>
            <a:r>
              <a:t>Dúvidas sobre o programa: suporte@edunova.com.br, assunto "Programa Impulso".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